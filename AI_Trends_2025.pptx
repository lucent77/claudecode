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AI 트렌드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C8C8C8"/>
                </a:solidFill>
              </a:defRPr>
            </a:pPr>
            <a:r>
              <a:t>인공지능이 바꾸는 미래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📋 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생성형 AI의 진화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멀티모달 AI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AI 에이전트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엣지 AI &amp; 온디바이스 AI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AI 규제와 윤리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산업별 AI 적용 사례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미래 전망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>
                <a:solidFill>
                  <a:srgbClr val="FFFFFF"/>
                </a:solidFill>
              </a:defRPr>
            </a:pPr>
            <a:r>
              <a:t>생성형 AI의 진화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🤖 생성형 AI (Generative AI)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GPT-4, Claude, Gemini 등 대형 언어모델의 지속적 발전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텍스트, 이미지, 비디오, 음악 등 다양한 콘텐츠 생성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코드 생성 및 소프트웨어 개발 자동화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기업용 맞춤형 AI 솔루션 확대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RAG (Retrieval-Augmented Generation) 기술 고도화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>
                <a:solidFill>
                  <a:srgbClr val="FFFFFF"/>
                </a:solidFill>
              </a:defRPr>
            </a:pPr>
            <a:r>
              <a:t>멀티모달 AI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🎯 멀티모달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텍스트 + 이미지 + 음성 + 비디오 통합 처리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더 자연스러운 인간-AI 상호작용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실시간 번역 및 통역 서비스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의료 영상 분석과 진단 보조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자율주행 및 로보틱스 분야 활용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>
                <a:solidFill>
                  <a:srgbClr val="FFFFFF"/>
                </a:solidFill>
              </a:defRPr>
            </a:pPr>
            <a:r>
              <a:t>AI 에이전트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🚀 AI 에이전트 (Agentic AI)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자율적으로 작업을 계획하고 실행하는 AI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복잡한 업무 프로세스 자동화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웹 브라우징, 파일 관리, 코딩 등 수행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인간과 AI의 협업 워크플로우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2025년 가장 주목받는 AI 트렌드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>
                <a:solidFill>
                  <a:srgbClr val="FFFFFF"/>
                </a:solidFill>
              </a:defRPr>
            </a:pPr>
            <a:r>
              <a:t>엣지 AI &amp; 온디바이스 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📱 엣지 AI &amp; 온디바이스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스마트폰, IoT 기기에서 직접 AI 실행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클라우드 의존도 감소, 프라이버시 강화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실시간 처리 및 낮은 지연시간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Apple Intelligence, Google Gemini Nano 등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소형화된 언어모델 (SLM) 발전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>
                <a:solidFill>
                  <a:srgbClr val="FFFFFF"/>
                </a:solidFill>
              </a:defRPr>
            </a:pPr>
            <a:r>
              <a:t>AI 규제와 윤리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⚖️ AI 규제와 윤리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EU AI Act 시행 (2024년~)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AI 투명성 및 설명가능성 요구 증가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딥페이크 및 허위정보 대응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AI 저작권 및 지적재산권 논의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책임있는 AI (Responsible AI) 프레임워크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>
                <a:solidFill>
                  <a:srgbClr val="FFFFFF"/>
                </a:solidFill>
              </a:defRPr>
            </a:pPr>
            <a:r>
              <a:t>산업별 AI 적용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🏭 산업별 AI 적용 사례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헬스케어: 신약 개발, 진단 보조, 맞춤형 치료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금융: 사기 탐지, 리스크 관리, 로보어드바이저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제조: 예측 정비, 품질 관리, 스마트 팩토리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교육: 개인화 학습, AI 튜터, 평가 자동화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리테일: 추천 시스템, 재고 관리, 고객 서비스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>
                <a:solidFill>
                  <a:srgbClr val="FFFFFF"/>
                </a:solidFill>
              </a:defRPr>
            </a:pPr>
            <a:r>
              <a:t>미래 전망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🔮 AI의 미래 전망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AGI (범용 인공지능)를 향한 지속적 발전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AI와 인간의 공존 및 협력 모델 정립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새로운 일자리 창출과 기존 직업의 변화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AI 민주화: 누구나 AI를 활용하는 시대</a:t>
            </a:r>
          </a:p>
          <a:p>
            <a:pPr>
              <a:spcAft>
                <a:spcPts val="1600"/>
              </a:spcAft>
              <a:defRPr sz="2200">
                <a:solidFill>
                  <a:srgbClr val="323232"/>
                </a:solidFill>
              </a:defRPr>
            </a:pPr>
            <a:r>
              <a:t>• 지속가능한 AI: 에너지 효율성 개선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C8C8C8"/>
                </a:solidFill>
              </a:defRPr>
            </a:pPr>
            <a:r>
              <a:t>AI 트렌드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